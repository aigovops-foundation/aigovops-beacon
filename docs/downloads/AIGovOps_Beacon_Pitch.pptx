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obrapp/aigovops-beacon" TargetMode="External"/><Relationship Id="rId2" Type="http://schemas.openxmlformats.org/officeDocument/2006/relationships/hyperlink" Target="https://www.aigovopsfoundation.org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obrapp.github.io/aigovops-beacon/walkthrough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obrapp/aigovops-beacon" TargetMode="External"/><Relationship Id="rId2" Type="http://schemas.openxmlformats.org/officeDocument/2006/relationships/hyperlink" Target="https://www.aigovopsfoundation.org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obrapp/aigovops-beacon" TargetMode="External"/><Relationship Id="rId2" Type="http://schemas.openxmlformats.org/officeDocument/2006/relationships/hyperlink" Target="https://www.aigovopsfoundation.org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BEACON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AI Governance for the Agent Era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7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  ·  Apache 2.0  ·  No SaaS lock-in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E0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YES-Ship AI  ·  YES-Steady AI  ·  YES-Recover AI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github.com/bobrapp/aigovops-beacon</a:t>
            </a:r>
            <a:pPr indent="0" marL="0">
              <a:buNone/>
            </a:pPr>
            <a:r>
              <a:rPr lang="en-US" sz="14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</a:t>
            </a:r>
            <a:pPr indent="0" marL="0">
              <a:buNone/>
            </a:pPr>
            <a:r>
              <a:rPr lang="en-US" sz="1400" u="sng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aigovopsfoundation.org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company runs on AI.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does your risk.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Shadow models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297680" y="235915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LLM features your governance team has never seen.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Unlogged prompts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297680" y="331927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vanish. Outputs go unverified. Receipts do not exist.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Frameworks proliferate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97680" y="427939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RMF, EU AI Act, ISO 42001, HIPAA — 23 and counting.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51663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Auditors arrive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97680" y="5239512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you cannot answer. Evidence you cannot reproduce.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is not a feature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548640" y="26060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bolt on.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is the substrate.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 agent makes should be signed, replayable, and verifiable — by anyone, forever.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 Beacon.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MCP server that turns every AI decision into a signed, verifiable receipt.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80848" y="2103120"/>
            <a:ext cx="3657600" cy="3931920"/>
          </a:xfrm>
          <a:prstGeom prst="rect">
            <a:avLst/>
          </a:prstGeom>
          <a:solidFill>
            <a:srgbClr val="FBFBF9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5168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5168" y="2743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Ed25519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5168" y="370332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sealed cryptographically. Tamper-evident. Replayable forever.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67048" y="2103120"/>
            <a:ext cx="3657600" cy="3931920"/>
          </a:xfrm>
          <a:prstGeom prst="rect">
            <a:avLst/>
          </a:prstGeom>
          <a:solidFill>
            <a:srgbClr val="FBFBF9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368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41368" y="2743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Frameworks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41368" y="370332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RMF, EU AI Act, ISO 42001, HIPAA — auto-mapped from receipts.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3248" y="2103120"/>
            <a:ext cx="3657600" cy="3931920"/>
          </a:xfrm>
          <a:prstGeom prst="rect">
            <a:avLst/>
          </a:prstGeom>
          <a:solidFill>
            <a:srgbClr val="FBFBF9"/>
          </a:solidFill>
          <a:ln w="9525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27568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27568" y="2743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Apache 2.0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427568" y="3703320"/>
            <a:ext cx="31089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deployment shapes. One repo. No SaaS lock-in. No vendor capture.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Beacon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tools. One protocol.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ships as a Model Context Protocol server. Any MCP-capable agent gets governance for free.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677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record_decision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 decision. Returns a receipt.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677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verify_receipt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78892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Re-validate any receipt against its signature.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93592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5818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query_inventory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4279392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every model, decision, and dataset on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593592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75818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score_framework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37960" y="4279392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posture against NIST, EU AI Act, ISO 42001, HIPAA.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84064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4865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bundle_for_auditor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5769864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Sealed evidence pack. Hand it to anyone. They verify it themselves.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5084064"/>
            <a:ext cx="5577840" cy="13258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524865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replay_case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37960" y="5769864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any decision end to end, with full provenance.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MCP Tools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shapes. One repo.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deployment that fits your trust model. Switch when it changes.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0848" y="2103120"/>
            <a:ext cx="3657600" cy="38404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5168" y="2240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55168" y="32461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desktop client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5168" y="4023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workstation. Owned data, owned keys.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5168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Your team only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7048" y="2103120"/>
            <a:ext cx="3657600" cy="38404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368" y="2240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41368" y="32461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Hosted MCP server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41368" y="4023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Render-deployable. Share across an enterprise.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41368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Authenticated callers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53248" y="2103120"/>
            <a:ext cx="3657600" cy="384048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7568" y="22402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427568" y="32461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Restricted public agent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27568" y="40233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Worker. BYO key. Read-only safe ops.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27568" y="54406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Trust: Anyone with a key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it in the real world.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patterns Beacon was built to handle.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7627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copilots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every prompt and response. Replay any conversation when legal asks.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53912" y="201168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2512" y="217627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Customer-facing agents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82512" y="26060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receipts per session. Hand them to regulators on demand.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5935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workflows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77240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routing decisions across agents. Detect drift between runs.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3912" y="342900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359359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High-stakes automation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82512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Lending, healthcare, hiring — every decision auditable and replayable.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010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inventory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5440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model in production, with provenance, owners, and risk class.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53912" y="4846320"/>
            <a:ext cx="5486400" cy="128016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5010912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prep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382512" y="54406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auditor a bundle they can verify themselves. No portal logins.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 the whole loop in 70 seconds.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animated steps. Decisions in. Receipts out. Auditor bundle, sealed and signed.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303520" cy="36576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46888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160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steps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· self-hosted · 1.6 MB MP4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0" y="219456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 Agent emits a decision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 Beacon receives the payload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 Ed25519 signature applied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 Receipt stored, indexed, replayable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 Framework mapping auto-scored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 Inventory updated, owners notified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 Verification on demand by anyone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  Bundle prepared for the auditor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  Bundle handed off, sealed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  Auditor verifies it themselves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  Case replayable end to end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  Trust, on the substrate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live: </a:t>
            </a:r>
            <a:pPr indent="0" marL="0">
              <a:buNone/>
            </a:pPr>
            <a:r>
              <a:rPr lang="en-US" sz="12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bobrapp.github.io/aigovops-beacon/walkthrough/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Hosted MCP + restricted public agent.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deployment paths shipped in v2.3. Both verified live.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MCP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mcp-public/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Render in one click. Shareable across your enterprise. All six tools, signed receipts, auditor bundles — over HTTPS.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663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Apache 2.0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983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Render-ready manifests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53035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Auth-gated MCP endpoints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56235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six tools as the local client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56655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5255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PUBLIC AGENT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85255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25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agent/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5255" y="3246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Worker. BYO key. Restricted to safe, read-only operations. Run a public-facing Beacon agent at your own edge — no surprises.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85255" y="466344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Cloudflare Worker template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5255" y="4983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Bring-your-own API key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5255" y="53035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Allow-listed tool surface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85255" y="56235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Verifiable receipts, public traffic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+ Public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2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layer that lets a $1M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super-agent actually ship.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budgets buy capability.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supplies the trust they cannot ship without.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91440" cy="36118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3733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YES-Ship AI · YES-Steady AI · YES-Recover AI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Twenty-three frameworks. One score command.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score_framework. Get a posture report per framework, with the receipts that backed every claim.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08280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9720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19376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10816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30472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21912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1568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3008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2664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4104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63760" y="21031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5200" y="21031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8280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720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19376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10816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30472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1912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41568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3008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2664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44104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63760" y="30175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5200" y="30175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08280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9720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LL 144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9376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10816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Colorado AI Act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230472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21912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 AB-2013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41568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33008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TRAIGA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52664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44104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AI Principles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963760" y="39319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55200" y="39319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 Hiroshima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08280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9720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Ethics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319376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10816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AI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230472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21912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AI Safety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41568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3008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AIDA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52664" y="4846320"/>
            <a:ext cx="1819656" cy="77724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44104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ANSI/UL 4600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963760" y="4846320"/>
            <a:ext cx="1819656" cy="777240"/>
          </a:xfrm>
          <a:prstGeom prst="rect">
            <a:avLst/>
          </a:prstGeom>
          <a:solidFill>
            <a:srgbClr val="E8F0F1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055200" y="4846320"/>
            <a:ext cx="16367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your own (YAML)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 it today.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commands. One repo. Apache 2.0.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1672" cy="3108960"/>
          </a:xfrm>
          <a:prstGeom prst="rect">
            <a:avLst/>
          </a:prstGeom>
          <a:solidFill>
            <a:srgbClr val="0C2A2D"/>
          </a:solidFill>
          <a:ln w="9525">
            <a:solidFill>
              <a:srgbClr val="0C4E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git clone https://github.com/bobrapp/aigovops-beacon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cd aigovops-beacon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./demo.sh                              # local desktop, port 8801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cd mcp-public &amp;&amp; ./deploy-render.sh    # hosted MCP server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8E0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cd agent &amp;&amp; wrangler deploy            # restricted public agent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3492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DEMOS.md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53492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deployment shapes, end to end, in under five minutes.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69671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SUPERAGENT.md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569671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Beacon lets a $1M super-agent actually ship.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04418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6044184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animated steps. Decisions in. Receipts out.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Today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is on GitHub. Community is at the Foundation.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open. Both are waiting.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aigovops-beacon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2.0. Six MCP tools. Three deployment shapes. Walkthrough included.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5394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github.com/bobrapp/aigovops-beacon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715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· Fork · Run · Contribute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6655" y="2011680"/>
            <a:ext cx="5486400" cy="4114800"/>
          </a:xfrm>
          <a:prstGeom prst="rect">
            <a:avLst/>
          </a:prstGeom>
          <a:solidFill>
            <a:srgbClr val="FBFBF9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5255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85255" y="2606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GovOps Foundation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85255" y="32918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practitioners share frameworks, case studies, and reference implementations — open governance, open practice.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85255" y="5394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aigovopsfoundation.org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5255" y="5715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· Contribute · Lead a working group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 · v2.3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76895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AB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2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 the auditor a bundle.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7BD4D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 the tokens flow.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E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Beacon. Verifiable AI governance. Available now.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2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github.com/bobrapp/aigovops-beacon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53492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2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aigovopsfoundation.org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637336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YES-Ship AI  ·  YES-Steady AI  ·  YES-Recover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Beacon v2.3 — Verifiable AI Governance</dc:title>
  <dc:subject>PptxGenJS Presentation</dc:subject>
  <dc:creator>PptxGenJS</dc:creator>
  <cp:lastModifiedBy>PptxGenJS</cp:lastModifiedBy>
  <cp:revision>1</cp:revision>
  <dcterms:created xsi:type="dcterms:W3CDTF">2026-05-13T17:08:05Z</dcterms:created>
  <dcterms:modified xsi:type="dcterms:W3CDTF">2026-05-13T17:08:05Z</dcterms:modified>
</cp:coreProperties>
</file>