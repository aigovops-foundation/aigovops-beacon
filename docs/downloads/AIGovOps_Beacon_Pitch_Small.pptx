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" TargetMode="External"/><Relationship Id="rId2" Type="http://schemas.openxmlformats.org/officeDocument/2006/relationships/hyperlink" Target="https://www.aigovopsfoundation.org/" TargetMode="External"/><Relationship Id="rId3" Type="http://schemas.openxmlformats.org/officeDocument/2006/relationships/hyperlink" Target="https://bobrapp.github.io/aigovops-beacon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tree/main/mcp-publi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tree/main/beacons" TargetMode="External"/><Relationship Id="rId2" Type="http://schemas.openxmlformats.org/officeDocument/2006/relationships/hyperlink" Target="https://github.com/bobrapp/aigovops-beacon/tree/main/mcp-public" TargetMode="External"/><Relationship Id="rId3" Type="http://schemas.openxmlformats.org/officeDocument/2006/relationships/hyperlink" Target="https://github.com/bobrapp/aigovops-beacon/tree/main/agent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bobrapp.github.io/aigovops-beacon/walkthrough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tree/main/mcp-public" TargetMode="External"/><Relationship Id="rId2" Type="http://schemas.openxmlformats.org/officeDocument/2006/relationships/hyperlink" Target="https://github.com/bobrapp/aigovops-beacon/tree/main/agen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blob/main/SUPERAGENT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tree/main/framework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blob/main/DEMOS.md" TargetMode="External"/><Relationship Id="rId2" Type="http://schemas.openxmlformats.org/officeDocument/2006/relationships/hyperlink" Target="https://github.com/bobrapp/aigovops-beacon/blob/main/SUPERAGENT.md" TargetMode="External"/><Relationship Id="rId3" Type="http://schemas.openxmlformats.org/officeDocument/2006/relationships/hyperlink" Target="https://bobrapp.github.io/aigovops-beacon/walkthrough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" TargetMode="External"/><Relationship Id="rId2" Type="http://schemas.openxmlformats.org/officeDocument/2006/relationships/hyperlink" Target="https://www.aigovopsfoundation.org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" TargetMode="External"/><Relationship Id="rId2" Type="http://schemas.openxmlformats.org/officeDocument/2006/relationships/hyperlink" Target="https://www.aigovopsfoundation.org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blob/main/aigovops-fact-check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blob/main/aigovops-fact-check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pache.org/licenses/LICENSE-2.0" TargetMode="External"/><Relationship Id="rId2" Type="http://schemas.openxmlformats.org/officeDocument/2006/relationships/hyperlink" Target="https://www.contributor-covenant.org/version/2/1/code_of_conduct/" TargetMode="External"/><Relationship Id="rId3" Type="http://schemas.openxmlformats.org/officeDocument/2006/relationships/hyperlink" Target="https://github.com/bobrapp/aigovops-beacon/blob/main/aigovops-fact-check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so.org/standard/42001" TargetMode="External"/><Relationship Id="rId2" Type="http://schemas.openxmlformats.org/officeDocument/2006/relationships/hyperlink" Target="https://www.nist.gov/itl/ai-risk-management-framework" TargetMode="External"/><Relationship Id="rId3" Type="http://schemas.openxmlformats.org/officeDocument/2006/relationships/hyperlink" Target="https://artificialintelligenceact.eu/article/13/" TargetMode="External"/><Relationship Id="rId4" Type="http://schemas.openxmlformats.org/officeDocument/2006/relationships/hyperlink" Target="https://legistar.council.nyc.gov/LegislationDetail.aspx?ID=4344524" TargetMode="External"/><Relationship Id="rId5" Type="http://schemas.openxmlformats.org/officeDocument/2006/relationships/hyperlink" Target="https://github.com/bobrapp/aigovops-beacon/blob/main/aigovops-fact-check.md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blob/main/aigovops-fact-check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blob/main/aigovops-fact-check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tracker.ietf.org/doc/html/rfc8785" TargetMode="External"/><Relationship Id="rId2" Type="http://schemas.openxmlformats.org/officeDocument/2006/relationships/hyperlink" Target="https://investors.zillowgroup.com/investors/news-and-events/news/news-details/2021/Zillow-Group-Reports-Third-Quarter-2021-Financial-Results--Shares-Plan-to-Wind-Down-Zillow-Offers-Operations/default.aspx" TargetMode="External"/><Relationship Id="rId3" Type="http://schemas.openxmlformats.org/officeDocument/2006/relationships/hyperlink" Target="https://www.bloomberg.com/news/articles/2012-08-02/knight-shows-how-to-lose-440-million-in-30-minutes" TargetMode="External"/><Relationship Id="rId4" Type="http://schemas.openxmlformats.org/officeDocument/2006/relationships/hyperlink" Target="https://www.cbc.ca/news/canada/british-columbia/air-canada-chatbot-lawsuit-1.7116416" TargetMode="External"/><Relationship Id="rId5" Type="http://schemas.openxmlformats.org/officeDocument/2006/relationships/hyperlink" Target="https://github.com/bobrapp/aigovops-beacon/blob/main/aigovops-fact-check.md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loomberg.com/news/articles/2023-05-02/samsung-bans-chatgpt-and-other-generative-ai-use-by-staff-after-leak" TargetMode="External"/><Relationship Id="rId2" Type="http://schemas.openxmlformats.org/officeDocument/2006/relationships/hyperlink" Target="https://www.reuters.com/technology/google-pause-gemini-ai-models-image-generation-people-2024-02-22/" TargetMode="External"/><Relationship Id="rId3" Type="http://schemas.openxmlformats.org/officeDocument/2006/relationships/hyperlink" Target="https://www.eeoc.gov/newsroom/itutorgroup-pay-365000-settle-eeoc-discriminatory-hiring-suit" TargetMode="External"/><Relationship Id="rId4" Type="http://schemas.openxmlformats.org/officeDocument/2006/relationships/hyperlink" Target="https://www.ft.com/content/b977e8d4-664c-4ae4-8a8e-eb93bdf785ea" TargetMode="External"/><Relationship Id="rId5" Type="http://schemas.openxmlformats.org/officeDocument/2006/relationships/hyperlink" Target="https://artificialintelligenceact.eu/article/13/" TargetMode="External"/><Relationship Id="rId6" Type="http://schemas.openxmlformats.org/officeDocument/2006/relationships/hyperlink" Target="https://github.com/bobrapp/aigovops-beacon/blob/main/aigovops-fact-check.md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hs.gov/hipaa/for-professionals/security/index.html" TargetMode="External"/><Relationship Id="rId2" Type="http://schemas.openxmlformats.org/officeDocument/2006/relationships/hyperlink" Target="https://leg.colorado.gov/bills/sb24-205" TargetMode="External"/><Relationship Id="rId3" Type="http://schemas.openxmlformats.org/officeDocument/2006/relationships/hyperlink" Target="https://www.gov.ca.gov/2025/09/29/governor-newsom-signs-sb-53-advancing-californias-world-leading-artificial-intelligence-industry/" TargetMode="External"/><Relationship Id="rId4" Type="http://schemas.openxmlformats.org/officeDocument/2006/relationships/hyperlink" Target="https://github.com/bobrapp/aigovops-beacon/blob/main/aigovops-fact-check.md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tracker.ietf.org/doc/html/rfc8785" TargetMode="External"/><Relationship Id="rId2" Type="http://schemas.openxmlformats.org/officeDocument/2006/relationships/hyperlink" Target="https://oecd.ai/en/ai-principles" TargetMode="External"/><Relationship Id="rId3" Type="http://schemas.openxmlformats.org/officeDocument/2006/relationships/hyperlink" Target="https://documents.un.org/doc/undoc/ltd/n24/065/92/pdf/n2406592.pdf" TargetMode="External"/><Relationship Id="rId4" Type="http://schemas.openxmlformats.org/officeDocument/2006/relationships/hyperlink" Target="https://github.com/bobrapp/aigovops-beacon/blob/main/aigovops-fact-check.md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blob/main/aigovops-fact-check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gdpr-info.eu/art-22-gdpr/" TargetMode="External"/><Relationship Id="rId2" Type="http://schemas.openxmlformats.org/officeDocument/2006/relationships/hyperlink" Target="https://github.com/bobrapp/aigovops-beacon/blob/main/aigovops-fact-check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obrapp/aigovops-beacon/blob/main/aigovops-fact-check.md" TargetMode="External"/><Relationship Id="rId2" Type="http://schemas.openxmlformats.org/officeDocument/2006/relationships/hyperlink" Target="https://github.com/bobrapp/aigovops-beac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BEACON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AI Governance for the Agent Era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v2.4 · Small edition · Apache 2.0 · No SaaS lock-in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846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E0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YES-Ship AI  ·  YES-Steady AI  ·  YES-Recover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C7E7E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the 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github.com/bobrapp/aigovops-beacon</a:t>
            </a:r>
            <a:pPr indent="0" marL="0">
              <a:buNone/>
            </a:pPr>
            <a:r>
              <a:rPr lang="en-US" sz="1400" dirty="0">
                <a:solidFill>
                  <a:srgbClr val="C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pPr indent="0" marL="0">
              <a:buNone/>
            </a:pPr>
            <a:r>
              <a:rPr lang="en-US" sz="1400" u="sng" dirty="0">
                <a:solidFill>
                  <a:srgbClr val="C7E7E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Foundat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aigovopsfoundation.org</a:t>
            </a:r>
            <a:pPr indent="0" marL="0">
              <a:buNone/>
            </a:pPr>
            <a:r>
              <a:rPr lang="en-US" sz="1400" dirty="0">
                <a:solidFill>
                  <a:srgbClr val="C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pPr indent="0" marL="0">
              <a:buNone/>
            </a:pPr>
            <a:r>
              <a:rPr lang="en-US" sz="1400" u="sng" dirty="0">
                <a:solidFill>
                  <a:srgbClr val="C7E7E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GitHub Pages sit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company runs on AI.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does your risk.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 models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0" y="2359152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ship LLM features your governance team has never seen.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Unlogged prompts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97680" y="3319272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vanish. Outputs go unverified. Receipts do not exist.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 proliferate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97680" y="4279392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RMF, EU AI Act, ISO 42001, HIPAA — 23 and counting.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Auditors arrive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97680" y="5239512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you cannot answer. Evidence you cannot reproduce.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is not a feature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bolt on.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is the substrate.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 agent makes should be signed, replayable, and verifiable — by anyone, forever.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Beacon.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MCP server that turns every AI decision into a signed, verifiable receipt.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0848" y="2103120"/>
            <a:ext cx="3657600" cy="39319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5168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5168" y="2743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Ed25519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5168" y="36118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sealed cryptographically. Tamper-evident. Replayable forever.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67048" y="2103120"/>
            <a:ext cx="3657600" cy="39319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1368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41368" y="2743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 Frameworks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41368" y="36118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RMF, EU AI Act, ISO 42001, HIPAA — auto-mapped from receipts.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3248" y="2103120"/>
            <a:ext cx="3657600" cy="39319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27568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27568" y="2743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2.0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27568" y="36118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deployment shapes. One repo. No SaaS lock-in. No vendor capture.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Beacon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tools. One protocol.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ships as a Model Context Protocol server. Any MCP-capable agent gets governance for free.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577840" cy="118872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record_decision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 decision. Returns a receipt.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577840" cy="118872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48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verify_receipt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Re-validate any receipt against its signature.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577840" cy="118872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74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query_inventory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every model, decision, and dataset on file.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337560"/>
            <a:ext cx="5577840" cy="118872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474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score_framework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posture against NIST, EU AI Act, ISO 42001, HIPAA.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5577840" cy="118872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00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bundle_for_auditor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evidence pack. Hand it to anyone. They verify it themselves.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663440"/>
            <a:ext cx="5577840" cy="118872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800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replay_case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7960" y="5257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any decision end to end, with full provenance.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MCP server code: </a:t>
            </a:r>
            <a:pPr indent="0" marL="0">
              <a:buNone/>
            </a:pPr>
            <a:r>
              <a:rPr lang="en-US" sz="11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mcp-public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github.com/bobrapp/aigovops-beacon/tree/main/mcp-public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MCP Tools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shapes. One repo.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deployment that fits your trust model. Switch when it changes.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848" y="2103120"/>
            <a:ext cx="3657600" cy="384048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5168" y="22402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55168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desktop client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5168" y="40233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workstation. Owned data, owned keys.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5168" y="5074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Your team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168" y="5440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Local desktop cli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code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7048" y="2103120"/>
            <a:ext cx="3657600" cy="384048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1368" y="22402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541368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Hosted MCP server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41368" y="40233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Render-deployable. Share across an enterprise.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41368" y="5074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Authenticated callers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41368" y="5440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osted MCP serv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code 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3248" y="2103120"/>
            <a:ext cx="3657600" cy="384048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7568" y="22402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427568" y="3246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Restricted public agent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27568" y="40233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Worker. BYO key. Read-only safe ops.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27568" y="5074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Anyone with a key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27568" y="5440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Restricted public 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code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it in the real world.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patterns Beacon was built to handle.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128016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762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copilots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every prompt and response. Replay any conversation when legal asks for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53912" y="2011680"/>
            <a:ext cx="5486400" cy="128016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21762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Customer-facing agents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82512" y="2606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receipts per session. Hand them to regulators on demand, without delay.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486400" cy="128016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935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workflows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routing decisions across agents. Detect drift between runs, before users 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53912" y="3429000"/>
            <a:ext cx="5486400" cy="128016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35935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High-stakes automation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82512" y="4023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Lending, healthcare, hiring — every decision auditable, verifiable, replayable.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486400" cy="128016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inventory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5440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model in production, with provenance, owners, and a live risk class.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53912" y="4846320"/>
            <a:ext cx="5486400" cy="128016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prep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82512" y="5440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auditor a bundle they can verify themselves. No portal logins required.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the whole loop in 70 seconds.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animated steps. Decisions in. Receipts out. Auditor bundle, sealed and signed.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03520" cy="365760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6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· self-hosted · 1.6 MB MP4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219456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Agent emits a decision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Beacon receives the payload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Ed25519 signature applied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Receipt stored, indexed, replayable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 Framework mapping auto-scored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 Inventory updated, owners notified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 Verification on demand by anyone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 Bundle prepared for the auditor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 Bundle handed off, sealed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 Auditor verifies it themselves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 Case replayable end to end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 Trust, on the substrate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live: </a:t>
            </a:r>
            <a:pPr indent="0" marL="0">
              <a:buNone/>
            </a:pPr>
            <a:r>
              <a:rPr lang="en-US" sz="12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Animated walkthrough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bobrapp.github.io/aigovops-beacon/walkthrough/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Hosted MCP + restricted public agent.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deployment paths shipped in v2.3. Both verified live.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411480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MCP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282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Browse the cod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mcp-public/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Render in one click. Shareable across your enterprise. All six tools, signed receipts, auditor bundles — over HTTPS.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Apache 2.0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983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Render-ready manifests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303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Auth-gated MCP endpoints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56235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six tools as the local client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56655" y="2011680"/>
            <a:ext cx="5486400" cy="411480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255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PUBLIC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85255" y="2606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282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Browse the cod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agent/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85255" y="32461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Worker. BYO key. Restricted to safe, read-only operations. Run a public-facing Beacon agent at your own edge — no surprises.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85255" y="4663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Cloudflare Worker template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5255" y="4983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Bring-your-own API key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5255" y="5303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Allow-listed tool surface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5255" y="56235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Verifiable receipts, public traffic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+ Public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layer that lets a $1M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super-agent actually ship.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budgets buy capability.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supplies the trust they cannot ship without.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91440" cy="361188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brief: </a:t>
            </a:r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SUPERAGENT.m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SUPERAGENT.md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373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YES-Ship AI · YES-Steady AI · YES-Recover AI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 frameworks built in. Yours plugs right in.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score_framework. Get a posture report per framework, with the receipts that backed every claim.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08280" y="21031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9720" y="21031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19376" y="21031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10816" y="21031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30472" y="21031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1912" y="21031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41568" y="21031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21031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23894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52664" y="21031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4104" y="21031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63760" y="21031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5200" y="21031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22/35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8280" y="30175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720" y="30175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TSC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19376" y="30175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10816" y="30175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AIDA (Canada)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30472" y="30175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1912" y="30175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AI Principles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41568" y="30175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3008" y="30175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7000-2021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52664" y="30175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44104" y="30175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PL 2338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963760" y="30175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5200" y="30175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 AI Basic Act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8280" y="39319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720" y="39319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LL 144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19376" y="39319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10816" y="39319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Colorado SB24-205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30472" y="39319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1912" y="39319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SB-53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41568" y="39319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3008" y="39319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TRAIGA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52664" y="39319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44104" y="39319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AI WP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963760" y="39319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5200" y="39319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 A/78/L.49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08280" y="48463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9720" y="48463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GenAI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319376" y="48463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10816" y="48463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VAISS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30472" y="48463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21912" y="48463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Interim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41568" y="48463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33008" y="48463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DPDP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52664" y="4846320"/>
            <a:ext cx="1819656" cy="7772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44104" y="48463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AI Bill of Rights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963760" y="4846320"/>
            <a:ext cx="1819656" cy="777240"/>
          </a:xfrm>
          <a:prstGeom prst="rect">
            <a:avLst/>
          </a:prstGeom>
          <a:solidFill>
            <a:srgbClr val="E8F0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5200" y="4846320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your own (YAML)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23: </a:t>
            </a:r>
            <a:pPr indent="0" marL="0">
              <a:buNone/>
            </a:pPr>
            <a:r>
              <a:rPr lang="en-US" sz="11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Frameworks fold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github.com/bobrapp/aigovops-beacon/tree/main/frameworks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it today.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commands. One repo. Apache 2.0.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3108960"/>
          </a:xfrm>
          <a:prstGeom prst="rect">
            <a:avLst/>
          </a:prstGeom>
          <a:solidFill>
            <a:srgbClr val="0C2A2D"/>
          </a:solidFill>
          <a:ln w="9525">
            <a:solidFill>
              <a:srgbClr val="0C4E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E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git clone https://github.com/bobrapp/aigovops-beacon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E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cd aigovops-beacon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E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./demo.sh                              # local desktop, port 8801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E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cd mcp-public &amp;&amp; ./deploy-render.sh    # hosted MCP server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E0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cd agent &amp;&amp; wrangler deploy            # restricted public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349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DEMOS.md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5349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deployment shapes, end to end, in under five minutes.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6967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SUPERAGENT.md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5696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Beacon lets a $1M super-agent actually ship.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0441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0169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walkthrough/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604418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animated steps. Decisions in. Receipts out.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Today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is on GitHub. Community is at the Foundation.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open. Both are waiting.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411480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aigovops-beacon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2.0. Six MCP tools. Three deployment shapes. Walkthrough included.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github.com/bobrapp/aigovops-beacon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5715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· Fork · Run · Contribute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56655" y="2011680"/>
            <a:ext cx="5486400" cy="411480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5255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85255" y="2606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GovOps Foundation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85255" y="32918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practitioners share frameworks, case studies, and reference implementations — open governance, open practice.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85255" y="5394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aigovopsfoundation.org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5255" y="5715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· Contribute · Lead a working group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 the auditor a bundle.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BD4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 the tokens flow.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Beacon. Verifiable AI governance. Available now.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github.com/bobrapp/aigovops-beacon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3492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aigovopsfoundation.org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3733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YES-Ship AI  ·  YES-Steady AI  ·  YES-Recover AI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AIGovOps Foundation Protocol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7E7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Fact-Check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B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load-bearing claim in the repo, classified and sourced.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document: </a:t>
            </a:r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Protocol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repository gets one of four verdicts.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96012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305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46120" y="213055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Corroborated by an authoritative external source: an official document, regulator filing, peer-reviewed paper, or Tier-1 news outlet. Cited with URL.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11091672" cy="96012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46120" y="3200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attribution to a named source (law, framework, regulator, vendor doc). The source exists and says approximately what the repo claims. Cited with URL.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11091672" cy="96012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70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ASPIRATIONAL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427024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design intent, roadmap, or self-description. Verifiable inside the repo itself (file path cited). Not externally falsifiable.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5504"/>
            <a:ext cx="11091672" cy="96012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3400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UNVERIFIABLE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534009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Unsourced opinion, specific stat with no public source, or forward-looking projection. Flagged with what's missing.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scoreboard.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claims audited: 46. Audit date: 2026-05-13.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560" y="2103120"/>
            <a:ext cx="2743200" cy="320040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2560" y="23317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36256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70352" y="2103120"/>
            <a:ext cx="2743200" cy="320040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0352" y="23317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3270352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8144" y="2103120"/>
            <a:ext cx="2743200" cy="320040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8144" y="23317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7A79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6178144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85936" y="2103120"/>
            <a:ext cx="2743200" cy="320040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5936" y="23317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B83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9085936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appendix: </a:t>
            </a:r>
            <a:pPr algn="ctr" indent="0" marL="0">
              <a:buNone/>
            </a:pPr>
            <a:r>
              <a:rPr lang="en-US" sz="12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1–5 of 46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AIGovOps Foundation Protocol · audited 2026-05-13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1422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Licensed under the Apache 2.0 License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apache.org/licenses/LICENSE-2.0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of Conduct: Contributor Covenant v2.1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contributor-covenant.org/version/2/1/code_of_conduct/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governance frameworks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`ls /home/user/workspace/aigovops-beacon/frameworks/*.yaml` returns 24 files. `index.yam…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SaaS lock-in, no phone-home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Stated as a design principle in `/home/user/workspace/aigovops-beacon/README.md` and `/h…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 exposes 6 tools: record_decision, verify_receipt, query_inventory, score_framework, bundle_for_auditor, replay_case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list enumerated in `/home/user/workspace/aigovops-beacon/ARCHITECTURE-BETA.md` and 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appendix with citations: </a:t>
            </a:r>
            <a:pPr indent="0" marL="0">
              <a:buNone/>
            </a:pPr>
            <a:r>
              <a:rPr lang="en-US" sz="10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1/10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6–10 of 46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AIGovOps Foundation Protocol · audited 2026-05-13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1422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42001 — International AI management system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iso.org/standard/42001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AI RMF — Federal-grade risk management, default if you're in the 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nist.gov/itl/ai-risk-management-framework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— Binding EU law with risk tiers (prohibited, high-risk, limited-risk, minimal-risk)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artificialintelligenceact.eu/article/13/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NYC Local Law 144 — Automated employment decision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legistar.council.nyc.gov/LegislationDetail.aspx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Beacon version v2.2.0" (shown in MCP initialize response)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string appears in the synthetic MCP session output at `/home/user/workspace/aigo…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appendix with citations: </a:t>
            </a:r>
            <a:pPr indent="0" marL="0">
              <a:buNone/>
            </a:pPr>
            <a:r>
              <a:rPr lang="en-US" sz="10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2/10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11–15 of 46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AIGovOps Foundation Protocol · audited 2026-05-13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1422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1: query_inventory returns 20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narrative in `/home/user/workspace/aigovops-beacon/DEMOS.md` claims "20 inventory r…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Receipts signed with Ed25519; `alg: Ed25519` field in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`alg: "Ed25519"` appears in the sample receipt JSON in `/home/user/workspace/aigovops-be…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synthetic receipts covering 97 controls across 23 frameworks" (scoring/sample_report.md)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appear in `/home/user/workspace/aigovops-beacon/scoring/sample_report.md`, which…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3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tail finding ~3× more AI hostnames than browser extension alone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empirical source cited. Claim appears in `/home/user/workspace/aigovops-beacon/LAB.md…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3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CASB finding ~1.5× more shadow IT than DNS alone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source cited. Appears alongside L-01 in `/home/user/workspace/aigovops-beacon/LAB.md`.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appendix with citations: </a:t>
            </a:r>
            <a:pPr indent="0" marL="0">
              <a:buNone/>
            </a:pPr>
            <a:r>
              <a:rPr lang="en-US" sz="10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3/10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16–20 of 46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AIGovOps Foundation Protocol · audited 2026-05-13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1422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3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+ L2 + L3 coverage layers together cover ~90% of real corporate AI usage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asserted without citation in `/home/user/workspace/aigovops-beacon/LAB.md` an…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3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$1M super-agent" positioning / "$500K–$2M/year contracts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projections appear in `/home/user/workspace/aigovops-beacon/SUPERAGENT.md` refer…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3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KSB Agenic $500K per-employee revenue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sourcing gap as S-01. Internal projection only.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3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~40% of enterprise AI usage via browser (ChatGPT/Claude/Gemini/Copilot), ~25% internal copilots, ~15% IDE, ~10% CLI, ~10% server-side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Breakdown stated in `/home/user/workspace/aigovops-beacon/ARCHITECTURE-BETA.md` with no 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NDJSON audit 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NDJSON format described in `/home/user/workspace/aigovops-beacon/docs/ARCHIT…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appendix with citations: </a:t>
            </a:r>
            <a:pPr indent="0" marL="0">
              <a:buNone/>
            </a:pPr>
            <a:r>
              <a:rPr lang="en-US" sz="10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4/10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21–25 of 46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AIGovOps Foundation Protocol · audited 2026-05-13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1422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Merkle root anchored to log hourly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 anchoring described in `/home/user/workspace/aigovops-beacon/docs/ARCHITECTURE.md…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8785 JSON Canonicalization Scheme (JCS) used for deterministic signing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datatracker.ietf.org/doc/html/rfc8785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Zillow shut down Zestimate-driven iBuying after $304M inventory write-down in Q3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investors.zillowgroup.com/investors/news-and-events/news/news-d…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Knight Capital lost $440M in 45 minutes due to a rogue trading algorithm (August 2012)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bloomberg.com/news/articles/2012-08-02/knight-shows…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Canada chatbot held liable — BC Civil Resolution Tribunal (2024 BCCRT 149)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cbc.ca/news/canada/british-columbia/air-cana…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appendix with citations: </a:t>
            </a:r>
            <a:pPr indent="0" marL="0">
              <a:buNone/>
            </a:pPr>
            <a:r>
              <a:rPr lang="en-US" sz="10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5/10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26–30 of 46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AIGovOps Foundation Protocol · audited 2026-05-13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1422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banned ChatGPT after employees leaked proprietary source code (May 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bloomberg.com/news/articles/2023-05-02/samsung-bans…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paused Gemini image generation of people in February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reuters.com/technology/google-pause-gemini-ai-mod…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iTutorGroup paid $365,000 to settle EEOC age-discrimination suit (ADEA)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eeoc.gov/newsroom/itutorgroup-pay-365000-settl…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Hong Kong deepfake video call fraud: finance employee tricked into transferring $25M (HK$200M)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ft.com/content/b977e8d4-664c-4ae4-8a8e-eb93b…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Article 13 covers transparency obligations for high-risk AI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artificialintelligenceact.eu/article/13/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appendix with citations: </a:t>
            </a:r>
            <a:pPr indent="0" marL="0">
              <a:buNone/>
            </a:pPr>
            <a:r>
              <a:rPr lang="en-US" sz="10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6/10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31–35 of 46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AIGovOps Foundation Protocol · audited 2026-05-13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1422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 Security Rule applies to healthcare AI as a baseline control 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hhs.gov/hipaa/for-professionals/security/inde…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Colorado SB24-205 (Consumer Protections for Artificial Intelligence) enacted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leg.colorado.gov/bills/sb24-205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 SB 53 (Transparency in Frontier Artificial Intelligence Act) signed September 29,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gov.ca.gov/2025/09/29/governor-newsom-signs-sb-5…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plane enforces policy-as-code with per-framework scoring rubrics stored as YAML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described in `/home/user/workspace/aigovops-beacon/docs/CONTROL_PLANE.md`; 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Bundle-for-auditor tool produces a single portable ZIP containing receipts, Merkle proof, and framework mappings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described in `/home/user/workspace/aigovops-beacon/docs/CONTROL_PLANE.md`, `/home/u…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appendix with citations: </a:t>
            </a:r>
            <a:pPr indent="0" marL="0">
              <a:buNone/>
            </a:pPr>
            <a:r>
              <a:rPr lang="en-US" sz="10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7/10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36–40 of 46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AIGovOps Foundation Protocol · audited 2026-05-13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1422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 schema is append-only; records are immutable once written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Immutability constraint defined in `/home/user/workspace/aigovops-beacon/docs/RECEIPT_SC…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8785 canonicalization applied before Ed25519 signing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datatracker.ietf.org/doc/html/rfc8785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Flow supports human-in-the-loop review gates before agent actions are committed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described in `/home/user/workspace/aigovops-beacon/docs/STUDIO_FLOW.md`. No ext…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OECD AI Principles referenced as a scored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oecd.ai/en/ai-principles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General Assembly Resolution A/78/L.49 (AI governance) referenced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documents.un.org/doc/undoc/ltd/n24/065/92/pdf/n2406592…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appendix with citations: </a:t>
            </a:r>
            <a:pPr indent="0" marL="0">
              <a:buNone/>
            </a:pPr>
            <a:r>
              <a:rPr lang="en-US" sz="10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8/10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41–45 of 46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AIGovOps Foundation Protocol · audited 2026-05-13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1422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describes Beacon as covering 'the full AI governance stack from shadow AI discovery to audit-ready evidence bundles'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Marketing/pitch language in `/home/user/workspace/aigovops-beacon/tools/deck/build_deck_…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claims 'zero vendor lock-in' and 'runs fully local'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in deck slide text at `/home/user/workspace/aigovops-beacon/tools/deck/build_deck_…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3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posts reference 'the only open-source AI governance MCP server'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Superlative claim in `/home/user/workspace/aigovops-beacon/tools/launch/launch_posts.md`…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posts claim '23 frameworks out of the box'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confirmed via directory listing and `frameworks/index.yaml`. See Claim R-03.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83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posts reference 'production-ready'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"Production-ready" asserted in `/home/user/workspace/aigovops-beacon/tools/launch/launch…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appendix with citations: </a:t>
            </a:r>
            <a:pPr indent="0" marL="0">
              <a:buNone/>
            </a:pPr>
            <a:r>
              <a:rPr lang="en-US" sz="10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9/10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Claims 46–46 of 46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AIGovOps Foundation Protocol · audited 2026-05-13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1422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 Article 22 and Article 35 (DPIA) referenced as covered frameworks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u="sng" dirty="0">
                          <a:solidFill>
                            <a:srgbClr val="0169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gdpr-info.eu/art-22-gdpr/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appendix with citations: </a:t>
            </a:r>
            <a:pPr indent="0" marL="0">
              <a:buNone/>
            </a:pPr>
            <a:r>
              <a:rPr lang="en-US" sz="10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10/10 · Appendix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every claim yourself.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is the whole point of Beacon.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fact-check is a single Markdown file in the repo. Click any source, follow any URL, contest any verdict.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2000" b="1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aigovops-fact-check.md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2000" b="1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github.com/bobrapp/aigovops-beacon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· v2.4 · Small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76895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 yourself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Beacon v2.4 — Verifiable AI Governance (Small)</dc:title>
  <dc:subject>PptxGenJS Presentation</dc:subject>
  <dc:creator>PptxGenJS</dc:creator>
  <cp:lastModifiedBy>PptxGenJS</cp:lastModifiedBy>
  <cp:revision>1</cp:revision>
  <dcterms:created xsi:type="dcterms:W3CDTF">2026-05-13T18:06:52Z</dcterms:created>
  <dcterms:modified xsi:type="dcterms:W3CDTF">2026-05-13T18:06:52Z</dcterms:modified>
</cp:coreProperties>
</file>